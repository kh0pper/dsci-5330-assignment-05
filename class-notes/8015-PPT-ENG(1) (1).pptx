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2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-1368" y="-112"/>
      </p:cViewPr>
      <p:guideLst>
        <p:guide orient="horz" pos="559"/>
        <p:guide pos="1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7C94-DB69-4537-A78A-0ED5988E7F6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65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A717-B205-4CB9-8502-A8818FEB2DA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149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16CD-FFA6-4D53-9E0A-319A8197807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8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9A76-E37E-4EBB-8878-64BB231B272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7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6885-6092-4F3C-87A0-0EF0A79FC64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28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3A93-30A7-4C65-9FAD-B6E8D74A4E4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1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196A-B2A4-4474-9068-1847263D21F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67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8C3A-DF47-46B8-A53D-F65B0464501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287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48FDF-1DD1-4AA7-9141-B0562421DF1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08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7F49B-D5D8-4396-8008-C1506961A98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22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784A5-B8A5-4AB9-BECF-10864B08D1C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70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B996-7E54-4705-87F1-CE32B752B90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7/25/16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Roy D. Shapiro, Core Reading: Process Analysis, HBP No. 8007 (Boston: Harvard Business School Publishing, 2013).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0B028-39EC-4912-BB06-6A14E91D20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3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8012_OM_DMIO_Slide_F-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924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8012_OM_DMIO_Slide_F-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5362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Jumbled Process Flow</a:t>
            </a:r>
            <a:endParaRPr lang="en-US" sz="3200" dirty="0">
              <a:solidFill>
                <a:srgbClr val="632423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461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8012_OM_DMIO_Slide_F-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5"/>
          <p:cNvSpPr txBox="1">
            <a:spLocks/>
          </p:cNvSpPr>
          <p:nvPr/>
        </p:nvSpPr>
        <p:spPr>
          <a:xfrm>
            <a:off x="457200" y="274638"/>
            <a:ext cx="8229600" cy="995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Ten-</a:t>
            </a:r>
            <a:r>
              <a:rPr lang="en-US" sz="3200" dirty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Step Sequential Process</a:t>
            </a:r>
          </a:p>
        </p:txBody>
      </p:sp>
    </p:spTree>
    <p:extLst>
      <p:ext uri="{BB962C8B-B14F-4D97-AF65-F5344CB8AC3E}">
        <p14:creationId xmlns:p14="http://schemas.microsoft.com/office/powerpoint/2010/main" val="2322869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8012_OM_DMIO_Slide_F-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665" y="257704"/>
            <a:ext cx="8212667" cy="1012295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Taxonomy of Process Types</a:t>
            </a:r>
            <a:endParaRPr lang="en-US" sz="3200" dirty="0">
              <a:solidFill>
                <a:srgbClr val="632423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4407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8012_OM_DMIO_Slide_F-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237"/>
            <a:ext cx="8229600" cy="1029229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Product-Process Matrix</a:t>
            </a:r>
            <a:endParaRPr lang="en-US" sz="3200" dirty="0">
              <a:solidFill>
                <a:srgbClr val="632423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4676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8012_Slide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53029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Costs for Increasing Division of Labor</a:t>
            </a:r>
            <a:endParaRPr lang="en-US" sz="3200" dirty="0">
              <a:solidFill>
                <a:srgbClr val="632423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5481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8012_OM_DMIO_Slide_F-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86895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Degree of </a:t>
            </a:r>
            <a:r>
              <a:rPr lang="en-US" sz="3200" dirty="0" err="1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Proceduralization</a:t>
            </a:r>
            <a:endParaRPr lang="en-US" sz="3200" dirty="0">
              <a:solidFill>
                <a:srgbClr val="632423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58389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8012_OM_DMIO_Slide_F-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9962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How Best To Manage Quality</a:t>
            </a:r>
            <a:endParaRPr lang="en-US" sz="3200" dirty="0">
              <a:solidFill>
                <a:srgbClr val="632423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96744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8012_OM_DMIO_Slide_F-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53029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rgbClr val="632423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Where Knowledge Resides</a:t>
            </a:r>
            <a:endParaRPr lang="en-US" sz="3200" dirty="0">
              <a:solidFill>
                <a:srgbClr val="632423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8795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33</Words>
  <Application>Microsoft Macintosh PowerPoint</Application>
  <PresentationFormat>On-screen Show (4:3)</PresentationFormat>
  <Paragraphs>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1_Office Theme</vt:lpstr>
      <vt:lpstr>PowerPoint Presentation</vt:lpstr>
      <vt:lpstr>Jumbled Process Flow</vt:lpstr>
      <vt:lpstr>PowerPoint Presentation</vt:lpstr>
      <vt:lpstr>Taxonomy of Process Types</vt:lpstr>
      <vt:lpstr>Product-Process Matrix</vt:lpstr>
      <vt:lpstr>Costs for Increasing Division of Labor</vt:lpstr>
      <vt:lpstr>Degree of Proceduralization</vt:lpstr>
      <vt:lpstr>How Best To Manage Quality</vt:lpstr>
      <vt:lpstr>Where Knowledge Resides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Designing, Managing, and Improving Operations</dc:title>
  <dc:creator>Tseng, John</dc:creator>
  <cp:lastModifiedBy>Richards, Maura</cp:lastModifiedBy>
  <cp:revision>37</cp:revision>
  <dcterms:created xsi:type="dcterms:W3CDTF">2013-07-12T17:56:49Z</dcterms:created>
  <dcterms:modified xsi:type="dcterms:W3CDTF">2016-07-25T18:17:19Z</dcterms:modified>
</cp:coreProperties>
</file>